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AenexzInternshipProject/Dashboard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15F8F337-C060-4D5B-A102-D17260E32041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Aenexz Internship Project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C320B2B7-7AC7-4ACC-9BD7-CCA0D759B405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9/16/2026 5:01:31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1" id="2" name="slide2">
            <a:extLst>
              <a:ext uri="{FF2B5EF4-FFF2-40B4-BE49-F238E27FC236}">
                <a16:creationId xmlns:a16="http://schemas.microsoft.com/office/drawing/2014/main" id="{BD3DA94F-89BA-419C-A8B0-4BF3C0F2DF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5967"/>
            <a:ext cx="12192000" cy="550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2" id="3" name="slide3">
            <a:extLst>
              <a:ext uri="{FF2B5EF4-FFF2-40B4-BE49-F238E27FC236}">
                <a16:creationId xmlns:a16="http://schemas.microsoft.com/office/drawing/2014/main" id="{AC7AF72F-75A0-476E-8061-5DB0D9803F5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5967"/>
            <a:ext cx="12192000" cy="550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3" id="4" name="slide4">
            <a:extLst>
              <a:ext uri="{FF2B5EF4-FFF2-40B4-BE49-F238E27FC236}">
                <a16:creationId xmlns:a16="http://schemas.microsoft.com/office/drawing/2014/main" id="{7ED8FB05-7FE5-4C60-956F-6C907273055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5967"/>
            <a:ext cx="12192000" cy="550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4" id="5" name="slide5">
            <a:extLst>
              <a:ext uri="{FF2B5EF4-FFF2-40B4-BE49-F238E27FC236}">
                <a16:creationId xmlns:a16="http://schemas.microsoft.com/office/drawing/2014/main" id="{2C9437B3-51F1-4A35-984E-BD29D93FC2C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5967"/>
            <a:ext cx="12192000" cy="550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5" id="6" name="slide6">
            <a:extLst>
              <a:ext uri="{FF2B5EF4-FFF2-40B4-BE49-F238E27FC236}">
                <a16:creationId xmlns:a16="http://schemas.microsoft.com/office/drawing/2014/main" id="{3289B0CC-EF45-4AED-A74C-61747AF3A49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6006"/>
            <a:ext cx="12192000" cy="6205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eet 6" id="7" name="slide7">
            <a:extLst>
              <a:ext uri="{FF2B5EF4-FFF2-40B4-BE49-F238E27FC236}">
                <a16:creationId xmlns:a16="http://schemas.microsoft.com/office/drawing/2014/main" id="{005A8D58-3D59-45A0-98E6-A3978BD86D7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2660"/>
            <a:ext cx="12192000" cy="597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2026-09-16T17:01:31Z</dcterms:created>
  <dcterms:modified xsi:type="dcterms:W3CDTF">2026-09-16T17:01:31Z</dcterms:modified>
</cp:coreProperties>
</file>